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MPU6050</c:v>
                </c:pt>
                <c:pt idx="1">
                  <c:v>MPU9250</c:v>
                </c:pt>
                <c:pt idx="2">
                  <c:v>BNO055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8.2</c:v>
                </c:pt>
                <c:pt idx="2">
                  <c:v>4.1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Motors</c:v>
                </c:pt>
                <c:pt idx="1">
                  <c:v>MCU</c:v>
                </c:pt>
                <c:pt idx="2">
                  <c:v>RF Module</c:v>
                </c:pt>
                <c:pt idx="3">
                  <c:v>Sensors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</c:v>
                </c:pt>
                <c:pt idx="1">
                  <c:v>0.15</c:v>
                </c:pt>
                <c:pt idx="2">
                  <c:v>0.1</c:v>
                </c:pt>
                <c:pt idx="3">
                  <c:v>0.05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Thrust (g)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1000us</c:v>
                </c:pt>
                <c:pt idx="1">
                  <c:v>1250us</c:v>
                </c:pt>
                <c:pt idx="2">
                  <c:v>1500us</c:v>
                </c:pt>
                <c:pt idx="3">
                  <c:v>1750us</c:v>
                </c:pt>
                <c:pt idx="4">
                  <c:v>2000us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45</c:v>
                </c:pt>
                <c:pt idx="2">
                  <c:v>110</c:v>
                </c:pt>
                <c:pt idx="3">
                  <c:v>185</c:v>
                </c:pt>
                <c:pt idx="4">
                  <c:v>240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3EDF-1014-EFA6-5DC1-2FAE2609D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3CBBC-7069-583C-C506-310C0FC4A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3A4CC-A7C6-F92D-CAF5-FC1ED6EF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EFBB-C0CC-7072-CA6F-6AD55E3F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021B-77C3-41AE-81DA-E3E529A0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18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94C7-91D3-DDCB-07B6-0EEB9556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DD00-B514-2B45-8C00-A048AAF04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FD51-408E-DC37-08B0-91A4EFA2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1D217-953B-A86E-F34A-6D339957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F005A-0059-4D16-D4AD-2EE40E7D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09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ECFC-4552-3B1E-669C-DEB13F8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7C15F-6609-6F47-4EAC-0924C5C9C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BA473-7E25-2095-29A5-18704DB0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729A7-A2E7-2A22-54E7-18327837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D4523-628A-8A6D-244B-E8B01454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5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93F1-34A8-37A5-264E-86D0F442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F2FC-D4AF-A3A1-F940-798EE46FA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DB1C9-B68F-9CDB-6E5A-58460C89C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9075A-6CF5-A3CD-B310-78BC89B5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0C3D4-1E9D-CCB0-AAEC-9A47E031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11A5B-B1E6-DAFC-988E-C057AB36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354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8450-9520-AC44-084B-D1FC8BFA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3C6CB-E72B-0931-2A34-4571CFF8E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FDCB3-4263-DDE3-9DF3-BE8F5CE39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BF410-3399-BE02-28C5-45393E807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3500D-BF81-CD9F-7108-7026A2D8B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3361A3-7DDC-7F42-B9B1-8AD2B61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6659B-B94E-4466-9BB9-E6E64F2B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D5CA3-B3C3-DC74-4384-80593BA9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2909-F38B-153D-D158-1199EABF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6E500-DEB1-E3ED-6E24-CA18474F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E6605-ACA8-BC0B-4103-DEFBA4FB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E7D5E-F76C-1F60-AD52-6242F3DC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71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1C204-31C7-928E-431C-1C48FD02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33DE8-275C-38DA-951C-44BFAED6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E918D-8845-CD5C-A241-BE69AF5A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17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92C8-C6D4-C2B8-D26E-01BD39C3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D2F1-AEA3-6873-34D7-75EA827B1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8528C-856A-01AC-6C99-61666A644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C478D-DC41-D92A-73CD-7BC08CFD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4FAE4-AE3A-8115-7633-FC675B02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8398F-CCDC-9828-24B1-296E08D7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89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0867-D02D-AABD-72DB-B4548636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3B5F1-E014-008A-0344-AAAF58A03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E53CE-5E0C-5CFB-1747-4BC55825F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EBB35-3DA7-58FA-1251-363A8E26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0BE52-18CF-F7A6-9EAC-2F23C473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30B60-0C68-A69A-5472-5724A997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87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197E-0F47-3C80-0060-C0C5F06B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81940-6AB5-9EB7-24B1-24471D1C0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5F265-15E0-8971-3711-C74355B4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2531D-B644-6353-A2BC-B41BCE78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9D5CB-5DA5-C8A5-BDFA-1B98A95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108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774AF-5179-CA99-6013-E5DC9FB2C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24EAC-5AF9-916E-F8C8-82DAE34C8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BFCA3-68A7-C0E6-AB00-02F7B388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1B066-22FC-3E3B-21F3-4FA31F83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EFBD-BAF5-E54B-8474-B505436B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8302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ED0E0-3829-E7F4-3550-077DC2B9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C21D-4B89-42A2-C4FC-ADD1C1AF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E6AD4-F0A3-2A37-DF0B-42BA0F972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03F33-1392-C4CC-FF48-9D9E4BB10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32D2-7FF3-1BA7-81D1-403C8FD64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83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93D5-6DA4-79E3-FE30-E4A56FC87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IIT Bombay: Robotics Project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193FF-964E-1513-B42B-85DFFC488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System Analysis v1.0</a:t>
            </a:r>
          </a:p>
        </p:txBody>
      </p:sp>
    </p:spTree>
    <p:extLst>
      <p:ext uri="{BB962C8B-B14F-4D97-AF65-F5344CB8AC3E}">
        <p14:creationId xmlns:p14="http://schemas.microsoft.com/office/powerpoint/2010/main" val="2934609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ADC-D2E4-F2B3-9D26-BCFBC3E7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Architecture</a:t>
            </a:r>
          </a:p>
        </p:txBody>
      </p:sp>
      <p:pic>
        <p:nvPicPr>
          <p:cNvPr id="3" name="Picture Placeholder 2" descr="bada_loda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7236" b="17236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8E8EB-FB1B-AB9E-1382-B5E4BDD07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• STM32 Blue Pill integrated with MPU9250.</a:t>
            </a:r>
          </a:p>
          <a:p>
            <a:r>
              <a:t>• Real-time sensor fusion for drone stability.</a:t>
            </a:r>
          </a:p>
          <a:p>
            <a:r>
              <a:t>• 3.7V LiPo power management logic.</a:t>
            </a:r>
          </a:p>
        </p:txBody>
      </p:sp>
    </p:spTree>
    <p:extLst>
      <p:ext uri="{BB962C8B-B14F-4D97-AF65-F5344CB8AC3E}">
        <p14:creationId xmlns:p14="http://schemas.microsoft.com/office/powerpoint/2010/main" val="172465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BFDE-AB15-AD05-CD22-03C422C7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Sensor Latency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259298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4B38-F97A-CB49-1280-DE334583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Consumption Breakdown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394012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9E99-1F0F-B845-C728-B1137F52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Thrust vs PWM Signal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3717775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Test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 Savla</dc:creator>
  <cp:lastModifiedBy>Ansh Savla</cp:lastModifiedBy>
  <cp:revision>1</cp:revision>
  <dcterms:created xsi:type="dcterms:W3CDTF">2026-02-03T18:42:31Z</dcterms:created>
  <dcterms:modified xsi:type="dcterms:W3CDTF">2026-02-03T18:42:37Z</dcterms:modified>
</cp:coreProperties>
</file>