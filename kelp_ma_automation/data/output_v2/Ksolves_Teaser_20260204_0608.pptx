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Revenue &amp; EBITDA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B008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2.82154</c:v>
                </c:pt>
                <c:pt idx="1">
                  <c:v>4.70686</c:v>
                </c:pt>
                <c:pt idx="2">
                  <c:v>7.83116</c:v>
                </c:pt>
                <c:pt idx="3">
                  <c:v>10.864</c:v>
                </c:pt>
                <c:pt idx="4">
                  <c:v>13.743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CED1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1.21413</c:v>
                </c:pt>
                <c:pt idx="1">
                  <c:v>2.0142900000000004</c:v>
                </c:pt>
                <c:pt idx="2">
                  <c:v>3.2857300000000005</c:v>
                </c:pt>
                <c:pt idx="3">
                  <c:v>4.699999999999999</c:v>
                </c:pt>
                <c:pt idx="4">
                  <c:v>4.889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Margin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Split</c:v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C8C8C8"/>
              </a:solidFill>
            </c:spPr>
          </c:dPt>
          <c:cat>
            <c:strRef>
              <c:f>Sheet1!$A$2:$A$3</c:f>
              <c:strCache>
                <c:ptCount val="2"/>
                <c:pt idx="0">
                  <c:v>EBITDA %</c:v>
                </c:pt>
                <c:pt idx="1">
                  <c:v>Other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35.57447427781416</c:v>
                </c:pt>
                <c:pt idx="1">
                  <c:v>64.42552572218584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Technology Stack &amp; Market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365760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 Portfolio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AI ML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383280"/>
            <a:ext cx="365760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Machine Learning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E6E6EB"/>
          </a:solidFill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[Hero Image - Add relevant industry image]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Employees: 831 (10%)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Founded: 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HQ: 317/276, Second floor, Lane no.3, Mehrauli Road, Saidulajab, Saket, New Northern India South Northern India DL 110030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Growth &amp;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109728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