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Revenue &amp; EBITDA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B008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81.743</c:v>
                </c:pt>
                <c:pt idx="1">
                  <c:v>77.994</c:v>
                </c:pt>
                <c:pt idx="2">
                  <c:v>92.29690000000001</c:v>
                </c:pt>
                <c:pt idx="3">
                  <c:v>109.08200000000001</c:v>
                </c:pt>
                <c:pt idx="4">
                  <c:v>115.5417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CED1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8.953099999999992</c:v>
                </c:pt>
                <c:pt idx="1">
                  <c:v>7.424300000000003</c:v>
                </c:pt>
                <c:pt idx="2">
                  <c:v>7.620900000000002</c:v>
                </c:pt>
                <c:pt idx="3">
                  <c:v>8.584799999999996</c:v>
                </c:pt>
                <c:pt idx="4">
                  <c:v>9.671100000000003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Margin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Split</c:v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C8C8C8"/>
              </a:solidFill>
            </c:spPr>
          </c:dPt>
          <c:cat>
            <c:strRef>
              <c:f>Sheet1!$A$2:$A$3</c:f>
              <c:strCache>
                <c:ptCount val="2"/>
                <c:pt idx="0">
                  <c:v>EBITDA %</c:v>
                </c:pt>
                <c:pt idx="1">
                  <c:v>Other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8.37022477598997</c:v>
                </c:pt>
                <c:pt idx="1">
                  <c:v>91.62977522401003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Overview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is a diversified electronics company based in India, specializing...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Flexible Engagement Models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Passenger Information Systems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Strategic Electronics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Electronics Manufacturing Solutions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Engineering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After Sales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Aerospace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Defence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Space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Medical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Telecommunications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Highlights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Order from Defence Organization:** Received an order from the Defence Researc...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Order from Defence Organization:** Secured an order from Defence Research and...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Manufacturing Facilities:** Manufacturing facilities are located in Southern 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Awards:** Won the BEST KAIZEN EXCELLENCE AWARD in the NCQC - National level K...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Certifications &amp; Awards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ISO/IEC 27001:2013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ISO-9001:2015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AS9100, Rev D, Aerospace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Global Growth Company Year of 2014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Centum in Forbes Asia’s 200 BUB list Year of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Facilities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Corporate facilities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Southern India, Karnataka,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Manufacturing Facilities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Global Presence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France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North America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Employees: 2,368 (2%)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Founded: 1993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HQ: 44, KHB INDUSTRIAL AREA,YELAHANKA Southern India. Southern India. KA 560064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18872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54880" y="118872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393192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Revenue Trend (₹ Cr)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FY21: ₹81.7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FY22: ₹78.0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FY23: ₹92.3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FY24: ₹109.1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393192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EBITDA (₹ Cr)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FY23: ₹7.6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FY24: ₹8.6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FY25: ₹9.7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85166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Strong 10% revenue CAGR from FY2014 to FY2025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3179" y="1097280"/>
            <a:ext cx="185166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Healthy 8.4% EBITDA margin in FY2025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59" y="1097280"/>
            <a:ext cx="185166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Order from Defence Organization:** Received an order from...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5140" y="1097280"/>
            <a:ext cx="185166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Mar 2025: Strengthened partnership with Thales to manufac...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Established Track Record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Strong Order Book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Diverse Clientele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Expansion Plans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Growing Demand in Electronics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Mar 2025: Strengthened partnership with Thales to manufacture flight avionics...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Feb 2025: Signed Teaming Agreement with Rafael to enhance intelligence capabi...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Mar 2025: Received in-principle approvals for listing of equity shares from B...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Future Growth Plans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aims to enhance its product offerings by delivering complete solu...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Geographically, The Company is focusing on expanding its engineering research...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is actively exploring mergers and acquisitions, having signed MOU...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Strategic Partners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Clients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Seem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