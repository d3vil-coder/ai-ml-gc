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1.0132345</c:v>
                </c:pt>
                <c:pt idx="1">
                  <c:v>2.82154</c:v>
                </c:pt>
                <c:pt idx="2">
                  <c:v>4.70686</c:v>
                </c:pt>
                <c:pt idx="3">
                  <c:v>7.83116</c:v>
                </c:pt>
                <c:pt idx="4">
                  <c:v>10.864</c:v>
                </c:pt>
                <c:pt idx="5">
                  <c:v>13.743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11.956489999999993</c:v>
                </c:pt>
                <c:pt idx="1">
                  <c:v>1.21413</c:v>
                </c:pt>
                <c:pt idx="2">
                  <c:v>2.0142900000000004</c:v>
                </c:pt>
                <c:pt idx="3">
                  <c:v>3.2857300000000005</c:v>
                </c:pt>
                <c:pt idx="4">
                  <c:v>4.699999999999999</c:v>
                </c:pt>
                <c:pt idx="5">
                  <c:v>4.889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Arial"/>
              </a:defRPr>
            </a:pPr>
            <a:r>
              <a:t>The Company India Limited is a prominent software development company specializing in advanced technologies such as Big Data, Machine Learning, and Salesforce. With a skilled team of 450 developers,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AI ML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Cross Platform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Java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Magento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Machine Learning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Mobile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058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831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Revenue CAGR: 68.5%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EBITDA Margin: 35.6%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79.2%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126.1%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32.0%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27.0%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Sachin Balkrishna Ramdasi: 5.0%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31.8%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27.1%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$245 billion (2024)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Growth: 8-10% (2024-2028)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68% revenue CAGR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58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Positioned for Digital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FY25 Revenue +26%, Macroecon Hurdles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Secured $600k US order May 2025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won 'Odoo Best Partner India 2025'.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India's IT growth, 13% CAGR (2025-30)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 IT spend rises by 11.2%, nearly $160B in '25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Global block growth 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Top SMEs Tech Awards 2025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Honored in Oct '25, top partner by Odoo!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Second interim dividend, ₹5/share in FY25-26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Revenue up by 13.9%, ₹39.67 cr in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IT Services is expected to grow at 8-10% (2024-2028)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