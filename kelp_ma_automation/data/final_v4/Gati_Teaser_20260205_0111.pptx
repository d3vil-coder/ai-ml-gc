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111.4889</c:v>
                </c:pt>
                <c:pt idx="1">
                  <c:v>164.81099999999998</c:v>
                </c:pt>
                <c:pt idx="2">
                  <c:v>166.7026</c:v>
                </c:pt>
                <c:pt idx="3">
                  <c:v>169.0993</c:v>
                </c:pt>
                <c:pt idx="4">
                  <c:v>173.6474</c:v>
                </c:pt>
                <c:pt idx="5">
                  <c:v>186.31939999999997</c:v>
                </c:pt>
                <c:pt idx="6">
                  <c:v>171.167</c:v>
                </c:pt>
                <c:pt idx="7">
                  <c:v>131.424</c:v>
                </c:pt>
                <c:pt idx="8">
                  <c:v>148.994</c:v>
                </c:pt>
                <c:pt idx="9">
                  <c:v>172.317</c:v>
                </c:pt>
                <c:pt idx="10">
                  <c:v>169.799</c:v>
                </c:pt>
                <c:pt idx="11">
                  <c:v>151.001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8.2432</c:v>
                </c:pt>
                <c:pt idx="1">
                  <c:v>13.92499999999999</c:v>
                </c:pt>
                <c:pt idx="2">
                  <c:v>13.084000000000021</c:v>
                </c:pt>
                <c:pt idx="3">
                  <c:v>9.593299999999987</c:v>
                </c:pt>
                <c:pt idx="4">
                  <c:v>7.709700000000001</c:v>
                </c:pt>
                <c:pt idx="5">
                  <c:v>9.429499999999994</c:v>
                </c:pt>
                <c:pt idx="6">
                  <c:v>3.5650000000000066</c:v>
                </c:pt>
                <c:pt idx="7">
                  <c:v>2.7149999999999967</c:v>
                </c:pt>
                <c:pt idx="8">
                  <c:v>3.4389999999999996</c:v>
                </c:pt>
                <c:pt idx="9">
                  <c:v>7.004000000000015</c:v>
                </c:pt>
                <c:pt idx="10">
                  <c:v>5.189999999999999</c:v>
                </c:pt>
                <c:pt idx="11">
                  <c:v>6.451000000000005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Arial"/>
              </a:defRPr>
            </a:pPr>
            <a:r>
              <a:t>Allcargo The Company is a leading logistics and supply chain management company in India, specializing in express distribution, warehousing, and transportation solutions. The business model focuses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Express Distribution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Supply Chain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Warehousing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Chemical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Retail &amp; Fashion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Electronics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E-commerce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1995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058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5,529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Revenue CAGR: 2.8%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EBITDA Margin: 4.3%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0.6%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-3.4%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Allcargo Logistics Limited: 50.2%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Mr. Mukul Mahavir Agrawal: 5.4%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Allcargo Logistics Limited: 44.4%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Mukul Mahavir Agrawal: 4.8%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Kintetsu World Express Inc: 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74920"/>
            <a:ext cx="8412480" cy="6400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Position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Size: $250 billion (2024)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Growth: 10-12% (2024-2028)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413765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₹151 Cr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0580" y="777240"/>
            <a:ext cx="413765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Positioned for E-commerce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Net Profit Up by Rs 6 Crore in FY25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Q4 Rev +9%, Net Profit R15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Margins up, rev growth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AllCargo India &amp; Asia Reach 99% Districts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EBITDA rose sharply, now at 5.5%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Logistics growth @~14% CAGR (FY23-FY28)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Capitalize, Mega Hubs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Gov't Plan, 39 minis. infra dev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India's logistics cost drop %GDP (under 65 chars)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Jun 2025: Quarterly net profit is ₹10 Cr, a 273.9%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Jun 2025 Air Delivery Metro Cities,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Joined ONDC in June '25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Feb 2025 site revamp for better UX &amp; digi-engagement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Logistics &amp; Express Delivery is expected to grow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