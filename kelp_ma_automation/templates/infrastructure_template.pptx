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[Company Name] - Business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3657600" cy="2441448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[IMAGE:</a:t>
            </a:r>
          </a:p>
          <a:p>
            <a:r>
              <a:t>3:2 ratio</a:t>
            </a:r>
          </a:p>
          <a:p>
            <a:r>
              <a:t>1200x800px]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Company Overview</a:t>
            </a:r>
          </a:p>
          <a:p>
            <a:r>
              <a:t>• Products &amp; Services</a:t>
            </a:r>
          </a:p>
          <a:p>
            <a:r>
              <a:t>• Industries Served</a:t>
            </a:r>
          </a:p>
          <a:p>
            <a:r>
              <a:t>• Key Highlights</a:t>
            </a:r>
          </a:p>
          <a:p>
            <a:r>
              <a:t>• Certifications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[Revenue Chart]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[EBITDA Chart]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40233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Financial KPIs:</a:t>
            </a:r>
          </a:p>
          <a:p>
            <a:r>
              <a:t>• Revenue CAGR</a:t>
            </a:r>
          </a:p>
          <a:p>
            <a:r>
              <a:t>• EBITDA Margin</a:t>
            </a:r>
          </a:p>
          <a:p>
            <a:r>
              <a:t>• RoCE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91840"/>
            <a:ext cx="4023360" cy="164592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[Shareholder</a:t>
            </a:r>
          </a:p>
          <a:p>
            <a:r>
              <a:t>PIE CHART]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Key Strengths: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Growth Opportunities: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Recent Milestones: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t>Market Opportunity:</a:t>
            </a:r>
          </a:p>
          <a:p>
            <a:r>
              <a:t>• Item 1</a:t>
            </a:r>
          </a:p>
          <a:p>
            <a:r>
              <a:t>• Item 2</a:t>
            </a:r>
          </a:p>
          <a:p>
            <a:r>
              <a:t>• Item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